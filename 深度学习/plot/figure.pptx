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75" y="4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A8FE6A7C-EBD1-4320-A75C-AA14D4166A11}"/>
              </a:ext>
            </a:extLst>
          </p:cNvPr>
          <p:cNvSpPr/>
          <p:nvPr/>
        </p:nvSpPr>
        <p:spPr>
          <a:xfrm>
            <a:off x="1597887" y="2055750"/>
            <a:ext cx="2220685" cy="2369128"/>
          </a:xfrm>
          <a:custGeom>
            <a:avLst/>
            <a:gdLst>
              <a:gd name="connsiteX0" fmla="*/ 0 w 2220685"/>
              <a:gd name="connsiteY0" fmla="*/ 0 h 2369128"/>
              <a:gd name="connsiteX1" fmla="*/ 789709 w 2220685"/>
              <a:gd name="connsiteY1" fmla="*/ 1436915 h 2369128"/>
              <a:gd name="connsiteX2" fmla="*/ 1525979 w 2220685"/>
              <a:gd name="connsiteY2" fmla="*/ 1086592 h 2369128"/>
              <a:gd name="connsiteX3" fmla="*/ 2220685 w 2220685"/>
              <a:gd name="connsiteY3" fmla="*/ 2369128 h 236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0685" h="2369128">
                <a:moveTo>
                  <a:pt x="0" y="0"/>
                </a:moveTo>
                <a:cubicBezTo>
                  <a:pt x="267689" y="627908"/>
                  <a:pt x="535379" y="1255816"/>
                  <a:pt x="789709" y="1436915"/>
                </a:cubicBezTo>
                <a:cubicBezTo>
                  <a:pt x="1044039" y="1618014"/>
                  <a:pt x="1287483" y="931223"/>
                  <a:pt x="1525979" y="1086592"/>
                </a:cubicBezTo>
                <a:cubicBezTo>
                  <a:pt x="1764475" y="1241961"/>
                  <a:pt x="1946563" y="1592284"/>
                  <a:pt x="2220685" y="2369128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276B845-A901-413D-8888-E4C4EC7C8F95}"/>
              </a:ext>
            </a:extLst>
          </p:cNvPr>
          <p:cNvCxnSpPr>
            <a:cxnSpLocks/>
          </p:cNvCxnSpPr>
          <p:nvPr/>
        </p:nvCxnSpPr>
        <p:spPr>
          <a:xfrm>
            <a:off x="1240637" y="4512128"/>
            <a:ext cx="3407229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E2CF0AE5-CB0C-4609-B82C-36777A8FA59C}"/>
              </a:ext>
            </a:extLst>
          </p:cNvPr>
          <p:cNvSpPr/>
          <p:nvPr/>
        </p:nvSpPr>
        <p:spPr>
          <a:xfrm>
            <a:off x="5825507" y="2055750"/>
            <a:ext cx="2220685" cy="2369128"/>
          </a:xfrm>
          <a:custGeom>
            <a:avLst/>
            <a:gdLst>
              <a:gd name="connsiteX0" fmla="*/ 0 w 2220685"/>
              <a:gd name="connsiteY0" fmla="*/ 0 h 2369128"/>
              <a:gd name="connsiteX1" fmla="*/ 789709 w 2220685"/>
              <a:gd name="connsiteY1" fmla="*/ 1436915 h 2369128"/>
              <a:gd name="connsiteX2" fmla="*/ 1525979 w 2220685"/>
              <a:gd name="connsiteY2" fmla="*/ 1086592 h 2369128"/>
              <a:gd name="connsiteX3" fmla="*/ 2220685 w 2220685"/>
              <a:gd name="connsiteY3" fmla="*/ 2369128 h 236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0685" h="2369128">
                <a:moveTo>
                  <a:pt x="0" y="0"/>
                </a:moveTo>
                <a:cubicBezTo>
                  <a:pt x="267689" y="627908"/>
                  <a:pt x="535379" y="1255816"/>
                  <a:pt x="789709" y="1436915"/>
                </a:cubicBezTo>
                <a:cubicBezTo>
                  <a:pt x="1044039" y="1618014"/>
                  <a:pt x="1287483" y="931223"/>
                  <a:pt x="1525979" y="1086592"/>
                </a:cubicBezTo>
                <a:cubicBezTo>
                  <a:pt x="1764475" y="1241961"/>
                  <a:pt x="1946563" y="1592284"/>
                  <a:pt x="2220685" y="2369128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63E6A2AD-BF2D-4ABC-9B45-00995901F822}"/>
              </a:ext>
            </a:extLst>
          </p:cNvPr>
          <p:cNvCxnSpPr>
            <a:cxnSpLocks/>
          </p:cNvCxnSpPr>
          <p:nvPr/>
        </p:nvCxnSpPr>
        <p:spPr>
          <a:xfrm>
            <a:off x="5468257" y="4512128"/>
            <a:ext cx="3407229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0F75E859-E79E-4111-A876-EF5B58C676F7}"/>
              </a:ext>
            </a:extLst>
          </p:cNvPr>
          <p:cNvSpPr/>
          <p:nvPr/>
        </p:nvSpPr>
        <p:spPr>
          <a:xfrm>
            <a:off x="6464136" y="2055750"/>
            <a:ext cx="2220685" cy="2369128"/>
          </a:xfrm>
          <a:custGeom>
            <a:avLst/>
            <a:gdLst>
              <a:gd name="connsiteX0" fmla="*/ 0 w 2220685"/>
              <a:gd name="connsiteY0" fmla="*/ 0 h 2369128"/>
              <a:gd name="connsiteX1" fmla="*/ 789709 w 2220685"/>
              <a:gd name="connsiteY1" fmla="*/ 1436915 h 2369128"/>
              <a:gd name="connsiteX2" fmla="*/ 1525979 w 2220685"/>
              <a:gd name="connsiteY2" fmla="*/ 1086592 h 2369128"/>
              <a:gd name="connsiteX3" fmla="*/ 2220685 w 2220685"/>
              <a:gd name="connsiteY3" fmla="*/ 2369128 h 236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0685" h="2369128">
                <a:moveTo>
                  <a:pt x="0" y="0"/>
                </a:moveTo>
                <a:cubicBezTo>
                  <a:pt x="267689" y="627908"/>
                  <a:pt x="535379" y="1255816"/>
                  <a:pt x="789709" y="1436915"/>
                </a:cubicBezTo>
                <a:cubicBezTo>
                  <a:pt x="1044039" y="1618014"/>
                  <a:pt x="1287483" y="931223"/>
                  <a:pt x="1525979" y="1086592"/>
                </a:cubicBezTo>
                <a:cubicBezTo>
                  <a:pt x="1764475" y="1241961"/>
                  <a:pt x="1946563" y="1592284"/>
                  <a:pt x="2220685" y="2369128"/>
                </a:cubicBezTo>
              </a:path>
            </a:pathLst>
          </a:cu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FE0132-7CCD-4A68-B436-3236B6BAA84A}"/>
              </a:ext>
            </a:extLst>
          </p:cNvPr>
          <p:cNvSpPr txBox="1"/>
          <p:nvPr/>
        </p:nvSpPr>
        <p:spPr>
          <a:xfrm>
            <a:off x="1930191" y="1048656"/>
            <a:ext cx="2028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Full Batch</a:t>
            </a:r>
            <a:endParaRPr lang="zh-CN" altLang="en-US" sz="2400" b="1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697C15A-DEEE-412D-9524-C579496A3874}"/>
              </a:ext>
            </a:extLst>
          </p:cNvPr>
          <p:cNvSpPr txBox="1"/>
          <p:nvPr/>
        </p:nvSpPr>
        <p:spPr>
          <a:xfrm>
            <a:off x="6065638" y="1048656"/>
            <a:ext cx="22124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Small Batch</a:t>
            </a:r>
            <a:endParaRPr lang="zh-CN" altLang="en-US" sz="2400" b="1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F53AC266-672A-4DB6-A376-71D4C150DE17}"/>
                  </a:ext>
                </a:extLst>
              </p:cNvPr>
              <p:cNvSpPr txBox="1"/>
              <p:nvPr/>
            </p:nvSpPr>
            <p:spPr>
              <a:xfrm>
                <a:off x="1373269" y="2364894"/>
                <a:ext cx="27988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F53AC266-672A-4DB6-A376-71D4C150DE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3269" y="2364894"/>
                <a:ext cx="279885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47A7210-6841-47A9-881C-51CB9F43FBED}"/>
                  </a:ext>
                </a:extLst>
              </p:cNvPr>
              <p:cNvSpPr txBox="1"/>
              <p:nvPr/>
            </p:nvSpPr>
            <p:spPr>
              <a:xfrm>
                <a:off x="5612503" y="2364894"/>
                <a:ext cx="43140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47A7210-6841-47A9-881C-51CB9F43FB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2503" y="2364894"/>
                <a:ext cx="43140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C049F353-D6A0-4C1E-BA00-BE2BC4DBAA37}"/>
                  </a:ext>
                </a:extLst>
              </p:cNvPr>
              <p:cNvSpPr txBox="1"/>
              <p:nvPr/>
            </p:nvSpPr>
            <p:spPr>
              <a:xfrm>
                <a:off x="6720149" y="1934007"/>
                <a:ext cx="43967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C049F353-D6A0-4C1E-BA00-BE2BC4DBA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149" y="1934007"/>
                <a:ext cx="439671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椭圆 20">
            <a:extLst>
              <a:ext uri="{FF2B5EF4-FFF2-40B4-BE49-F238E27FC236}">
                <a16:creationId xmlns:a16="http://schemas.microsoft.com/office/drawing/2014/main" id="{8CD92D38-4177-4BA5-9815-39F0733669E8}"/>
              </a:ext>
            </a:extLst>
          </p:cNvPr>
          <p:cNvSpPr/>
          <p:nvPr/>
        </p:nvSpPr>
        <p:spPr>
          <a:xfrm>
            <a:off x="1860481" y="2517744"/>
            <a:ext cx="126000" cy="125186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E7F9D893-0088-4CC9-9B79-2A6B814AFF2F}"/>
              </a:ext>
            </a:extLst>
          </p:cNvPr>
          <p:cNvSpPr/>
          <p:nvPr/>
        </p:nvSpPr>
        <p:spPr>
          <a:xfrm>
            <a:off x="2416197" y="3375932"/>
            <a:ext cx="126000" cy="125186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AB7BE7F9-E27C-45DE-9660-E8950EDB432D}"/>
              </a:ext>
            </a:extLst>
          </p:cNvPr>
          <p:cNvSpPr/>
          <p:nvPr/>
        </p:nvSpPr>
        <p:spPr>
          <a:xfrm>
            <a:off x="1978689" y="2682240"/>
            <a:ext cx="437508" cy="693692"/>
          </a:xfrm>
          <a:custGeom>
            <a:avLst/>
            <a:gdLst>
              <a:gd name="connsiteX0" fmla="*/ 0 w 383177"/>
              <a:gd name="connsiteY0" fmla="*/ 0 h 653143"/>
              <a:gd name="connsiteX1" fmla="*/ 383177 w 383177"/>
              <a:gd name="connsiteY1" fmla="*/ 653143 h 653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83177" h="653143">
                <a:moveTo>
                  <a:pt x="0" y="0"/>
                </a:moveTo>
                <a:cubicBezTo>
                  <a:pt x="4354" y="29754"/>
                  <a:pt x="8709" y="59509"/>
                  <a:pt x="383177" y="653143"/>
                </a:cubicBezTo>
              </a:path>
            </a:pathLst>
          </a:custGeom>
          <a:noFill/>
          <a:ln w="25400">
            <a:solidFill>
              <a:schemeClr val="accent3">
                <a:lumMod val="75000"/>
              </a:schemeClr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D1C055D1-503B-4D05-BD6A-84079FCAB653}"/>
              </a:ext>
            </a:extLst>
          </p:cNvPr>
          <p:cNvSpPr/>
          <p:nvPr/>
        </p:nvSpPr>
        <p:spPr>
          <a:xfrm>
            <a:off x="6085099" y="2517744"/>
            <a:ext cx="126000" cy="125186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18D15F9F-A13E-4120-B0F0-E067FB0934EC}"/>
              </a:ext>
            </a:extLst>
          </p:cNvPr>
          <p:cNvSpPr/>
          <p:nvPr/>
        </p:nvSpPr>
        <p:spPr>
          <a:xfrm>
            <a:off x="6211099" y="2679912"/>
            <a:ext cx="437508" cy="693692"/>
          </a:xfrm>
          <a:custGeom>
            <a:avLst/>
            <a:gdLst>
              <a:gd name="connsiteX0" fmla="*/ 0 w 383177"/>
              <a:gd name="connsiteY0" fmla="*/ 0 h 653143"/>
              <a:gd name="connsiteX1" fmla="*/ 383177 w 383177"/>
              <a:gd name="connsiteY1" fmla="*/ 653143 h 653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83177" h="653143">
                <a:moveTo>
                  <a:pt x="0" y="0"/>
                </a:moveTo>
                <a:cubicBezTo>
                  <a:pt x="4354" y="29754"/>
                  <a:pt x="8709" y="59509"/>
                  <a:pt x="383177" y="653143"/>
                </a:cubicBezTo>
              </a:path>
            </a:pathLst>
          </a:custGeom>
          <a:noFill/>
          <a:ln w="25400">
            <a:solidFill>
              <a:schemeClr val="accent3">
                <a:lumMod val="75000"/>
              </a:schemeClr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5BE96676-FF18-439C-AA29-A136A24D6AA6}"/>
              </a:ext>
            </a:extLst>
          </p:cNvPr>
          <p:cNvCxnSpPr/>
          <p:nvPr/>
        </p:nvCxnSpPr>
        <p:spPr>
          <a:xfrm flipV="1">
            <a:off x="6701099" y="2264168"/>
            <a:ext cx="0" cy="2218871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椭圆 34">
            <a:extLst>
              <a:ext uri="{FF2B5EF4-FFF2-40B4-BE49-F238E27FC236}">
                <a16:creationId xmlns:a16="http://schemas.microsoft.com/office/drawing/2014/main" id="{65B7C626-9463-4F40-9878-0D8106F2AF4C}"/>
              </a:ext>
            </a:extLst>
          </p:cNvPr>
          <p:cNvSpPr/>
          <p:nvPr/>
        </p:nvSpPr>
        <p:spPr>
          <a:xfrm>
            <a:off x="6657149" y="2393983"/>
            <a:ext cx="126000" cy="125186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85ECCE67-8493-4CFF-AA41-754AACF49AD6}"/>
              </a:ext>
            </a:extLst>
          </p:cNvPr>
          <p:cNvSpPr/>
          <p:nvPr/>
        </p:nvSpPr>
        <p:spPr>
          <a:xfrm>
            <a:off x="6638099" y="3375932"/>
            <a:ext cx="126000" cy="125186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AD08571D-FFEC-47CD-A567-2A706D8D7287}"/>
              </a:ext>
            </a:extLst>
          </p:cNvPr>
          <p:cNvSpPr/>
          <p:nvPr/>
        </p:nvSpPr>
        <p:spPr>
          <a:xfrm>
            <a:off x="7283596" y="3375932"/>
            <a:ext cx="126000" cy="125186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E6D517E4-F9F9-462E-9D91-32638FABDA51}"/>
              </a:ext>
            </a:extLst>
          </p:cNvPr>
          <p:cNvSpPr/>
          <p:nvPr/>
        </p:nvSpPr>
        <p:spPr>
          <a:xfrm>
            <a:off x="6783148" y="2532976"/>
            <a:ext cx="500439" cy="840628"/>
          </a:xfrm>
          <a:custGeom>
            <a:avLst/>
            <a:gdLst>
              <a:gd name="connsiteX0" fmla="*/ 0 w 383177"/>
              <a:gd name="connsiteY0" fmla="*/ 0 h 653143"/>
              <a:gd name="connsiteX1" fmla="*/ 383177 w 383177"/>
              <a:gd name="connsiteY1" fmla="*/ 653143 h 653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83177" h="653143">
                <a:moveTo>
                  <a:pt x="0" y="0"/>
                </a:moveTo>
                <a:cubicBezTo>
                  <a:pt x="4354" y="29754"/>
                  <a:pt x="8709" y="59509"/>
                  <a:pt x="383177" y="653143"/>
                </a:cubicBezTo>
              </a:path>
            </a:pathLst>
          </a:custGeom>
          <a:noFill/>
          <a:ln w="25400">
            <a:solidFill>
              <a:schemeClr val="accent3">
                <a:lumMod val="75000"/>
              </a:schemeClr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654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59FA63CF-19ED-4580-B1E5-F0E34D9EB1F5}"/>
              </a:ext>
            </a:extLst>
          </p:cNvPr>
          <p:cNvSpPr/>
          <p:nvPr/>
        </p:nvSpPr>
        <p:spPr>
          <a:xfrm>
            <a:off x="1452716" y="1371600"/>
            <a:ext cx="7138219" cy="3420847"/>
          </a:xfrm>
          <a:custGeom>
            <a:avLst/>
            <a:gdLst>
              <a:gd name="connsiteX0" fmla="*/ 0 w 7138219"/>
              <a:gd name="connsiteY0" fmla="*/ 634181 h 3420847"/>
              <a:gd name="connsiteX1" fmla="*/ 840658 w 7138219"/>
              <a:gd name="connsiteY1" fmla="*/ 2979174 h 3420847"/>
              <a:gd name="connsiteX2" fmla="*/ 4461387 w 7138219"/>
              <a:gd name="connsiteY2" fmla="*/ 3207774 h 3420847"/>
              <a:gd name="connsiteX3" fmla="*/ 5862484 w 7138219"/>
              <a:gd name="connsiteY3" fmla="*/ 626806 h 3420847"/>
              <a:gd name="connsiteX4" fmla="*/ 6386052 w 7138219"/>
              <a:gd name="connsiteY4" fmla="*/ 3001297 h 3420847"/>
              <a:gd name="connsiteX5" fmla="*/ 7138219 w 7138219"/>
              <a:gd name="connsiteY5" fmla="*/ 0 h 3420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38219" h="3420847">
                <a:moveTo>
                  <a:pt x="0" y="634181"/>
                </a:moveTo>
                <a:cubicBezTo>
                  <a:pt x="48547" y="1592211"/>
                  <a:pt x="97094" y="2550242"/>
                  <a:pt x="840658" y="2979174"/>
                </a:cubicBezTo>
                <a:cubicBezTo>
                  <a:pt x="1584223" y="3408106"/>
                  <a:pt x="3624416" y="3599835"/>
                  <a:pt x="4461387" y="3207774"/>
                </a:cubicBezTo>
                <a:cubicBezTo>
                  <a:pt x="5298358" y="2815713"/>
                  <a:pt x="5541707" y="661219"/>
                  <a:pt x="5862484" y="626806"/>
                </a:cubicBezTo>
                <a:cubicBezTo>
                  <a:pt x="6183261" y="592393"/>
                  <a:pt x="6173430" y="3105765"/>
                  <a:pt x="6386052" y="3001297"/>
                </a:cubicBezTo>
                <a:cubicBezTo>
                  <a:pt x="6598674" y="2896829"/>
                  <a:pt x="6952635" y="930378"/>
                  <a:pt x="7138219" y="0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D71AC48-5902-4524-995F-636CB8EB4832}"/>
              </a:ext>
            </a:extLst>
          </p:cNvPr>
          <p:cNvSpPr/>
          <p:nvPr/>
        </p:nvSpPr>
        <p:spPr>
          <a:xfrm>
            <a:off x="2172929" y="1317523"/>
            <a:ext cx="7138219" cy="3420847"/>
          </a:xfrm>
          <a:custGeom>
            <a:avLst/>
            <a:gdLst>
              <a:gd name="connsiteX0" fmla="*/ 0 w 7138219"/>
              <a:gd name="connsiteY0" fmla="*/ 634181 h 3420847"/>
              <a:gd name="connsiteX1" fmla="*/ 840658 w 7138219"/>
              <a:gd name="connsiteY1" fmla="*/ 2979174 h 3420847"/>
              <a:gd name="connsiteX2" fmla="*/ 4461387 w 7138219"/>
              <a:gd name="connsiteY2" fmla="*/ 3207774 h 3420847"/>
              <a:gd name="connsiteX3" fmla="*/ 5862484 w 7138219"/>
              <a:gd name="connsiteY3" fmla="*/ 626806 h 3420847"/>
              <a:gd name="connsiteX4" fmla="*/ 6386052 w 7138219"/>
              <a:gd name="connsiteY4" fmla="*/ 3001297 h 3420847"/>
              <a:gd name="connsiteX5" fmla="*/ 7138219 w 7138219"/>
              <a:gd name="connsiteY5" fmla="*/ 0 h 3420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38219" h="3420847">
                <a:moveTo>
                  <a:pt x="0" y="634181"/>
                </a:moveTo>
                <a:cubicBezTo>
                  <a:pt x="48547" y="1592211"/>
                  <a:pt x="97094" y="2550242"/>
                  <a:pt x="840658" y="2979174"/>
                </a:cubicBezTo>
                <a:cubicBezTo>
                  <a:pt x="1584223" y="3408106"/>
                  <a:pt x="3624416" y="3599835"/>
                  <a:pt x="4461387" y="3207774"/>
                </a:cubicBezTo>
                <a:cubicBezTo>
                  <a:pt x="5298358" y="2815713"/>
                  <a:pt x="5541707" y="661219"/>
                  <a:pt x="5862484" y="626806"/>
                </a:cubicBezTo>
                <a:cubicBezTo>
                  <a:pt x="6183261" y="592393"/>
                  <a:pt x="6173430" y="3105765"/>
                  <a:pt x="6386052" y="3001297"/>
                </a:cubicBezTo>
                <a:cubicBezTo>
                  <a:pt x="6598674" y="2896829"/>
                  <a:pt x="6952635" y="930378"/>
                  <a:pt x="7138219" y="0"/>
                </a:cubicBezTo>
              </a:path>
            </a:pathLst>
          </a:cu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A91D875F-9BFE-4A70-BD39-C38B97270678}"/>
              </a:ext>
            </a:extLst>
          </p:cNvPr>
          <p:cNvSpPr/>
          <p:nvPr/>
        </p:nvSpPr>
        <p:spPr>
          <a:xfrm>
            <a:off x="4365756" y="4747290"/>
            <a:ext cx="126000" cy="12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7B2BA89-38F2-46FB-8BEC-52DB7F6D9FB6}"/>
              </a:ext>
            </a:extLst>
          </p:cNvPr>
          <p:cNvSpPr/>
          <p:nvPr/>
        </p:nvSpPr>
        <p:spPr>
          <a:xfrm>
            <a:off x="7762098" y="4277027"/>
            <a:ext cx="126000" cy="12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F061491-27AF-49B8-BEAA-B438D8D5DF34}"/>
              </a:ext>
            </a:extLst>
          </p:cNvPr>
          <p:cNvSpPr txBox="1"/>
          <p:nvPr/>
        </p:nvSpPr>
        <p:spPr>
          <a:xfrm>
            <a:off x="3922847" y="4953000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Mini 1</a:t>
            </a:r>
            <a:endParaRPr lang="zh-CN" altLang="en-US" b="1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1B546C3-67A7-4E3B-9C34-D5D2ACD44148}"/>
              </a:ext>
            </a:extLst>
          </p:cNvPr>
          <p:cNvSpPr txBox="1"/>
          <p:nvPr/>
        </p:nvSpPr>
        <p:spPr>
          <a:xfrm>
            <a:off x="7319190" y="4449315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Mini 2</a:t>
            </a:r>
            <a:endParaRPr lang="zh-CN" altLang="en-US" b="1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8E8106AB-25FB-43B9-916A-541776CE8253}"/>
              </a:ext>
            </a:extLst>
          </p:cNvPr>
          <p:cNvSpPr/>
          <p:nvPr/>
        </p:nvSpPr>
        <p:spPr>
          <a:xfrm>
            <a:off x="4365755" y="4603447"/>
            <a:ext cx="126000" cy="12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09F13D0B-E0EB-4C8C-8954-97B581A12FEF}"/>
              </a:ext>
            </a:extLst>
          </p:cNvPr>
          <p:cNvCxnSpPr>
            <a:cxnSpLocks/>
            <a:stCxn id="7" idx="0"/>
            <a:endCxn id="16" idx="4"/>
          </p:cNvCxnSpPr>
          <p:nvPr/>
        </p:nvCxnSpPr>
        <p:spPr>
          <a:xfrm flipV="1">
            <a:off x="7825098" y="2323079"/>
            <a:ext cx="0" cy="1953948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95F3288D-5AD2-460A-85A5-1E21D2FE0C9E}"/>
              </a:ext>
            </a:extLst>
          </p:cNvPr>
          <p:cNvSpPr/>
          <p:nvPr/>
        </p:nvSpPr>
        <p:spPr>
          <a:xfrm>
            <a:off x="7762098" y="2197079"/>
            <a:ext cx="126000" cy="12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96DF3AB-52AE-437D-B27D-CEEB1323C349}"/>
              </a:ext>
            </a:extLst>
          </p:cNvPr>
          <p:cNvSpPr txBox="1"/>
          <p:nvPr/>
        </p:nvSpPr>
        <p:spPr>
          <a:xfrm>
            <a:off x="6921128" y="828819"/>
            <a:ext cx="22124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Large batch</a:t>
            </a:r>
            <a:endParaRPr lang="zh-CN" altLang="en-US" sz="2400" b="1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7A12AB9-C440-493D-953B-711034961372}"/>
              </a:ext>
            </a:extLst>
          </p:cNvPr>
          <p:cNvSpPr txBox="1"/>
          <p:nvPr/>
        </p:nvSpPr>
        <p:spPr>
          <a:xfrm>
            <a:off x="3441083" y="3830673"/>
            <a:ext cx="22124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Small batch</a:t>
            </a:r>
            <a:endParaRPr lang="zh-CN" altLang="en-US" sz="2400" b="1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349349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1178</TotalTime>
  <Words>15</Words>
  <Application>Microsoft Office PowerPoint</Application>
  <PresentationFormat>宽屏</PresentationFormat>
  <Paragraphs>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Arial</vt:lpstr>
      <vt:lpstr>Calibri</vt:lpstr>
      <vt:lpstr>Cambria Math</vt:lpstr>
      <vt:lpstr>JetBrains Mono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tianlu liu</dc:creator>
  <cp:lastModifiedBy>tianlu liu</cp:lastModifiedBy>
  <cp:revision>7</cp:revision>
  <dcterms:created xsi:type="dcterms:W3CDTF">2023-08-09T12:44:00Z</dcterms:created>
  <dcterms:modified xsi:type="dcterms:W3CDTF">2026-01-21T04:18:24Z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